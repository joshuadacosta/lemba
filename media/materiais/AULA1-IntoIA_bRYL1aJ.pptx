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0E7E6-0351-427A-AE5D-009DFA8744B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B3E2C-14EB-4EF4-9708-DEBA42D7C60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7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Como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podemos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perceber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não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há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consenso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sobre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signicado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inteligência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pt-PT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e, dessa forma, definir precisamente o que é inteligência artificial e uma tarefa, se</a:t>
            </a:r>
          </a:p>
          <a:p>
            <a:r>
              <a:rPr lang="pt-PT" sz="1200" b="0" i="0" u="none" strike="noStrike" kern="1200" baseline="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não impossível, pelo menos extremamente difícil..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FB3E2C-14EB-4EF4-9708-DEBA42D7C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 smtClean="0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6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56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5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0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2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5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0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1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7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5C0FB97-1A70-4287-BC00-6DBE6CC6F34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C74D58-CF0A-4190-BA91-87CE87833ECE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221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 flipH="1">
            <a:off x="1349400" y="1875595"/>
            <a:ext cx="9919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 A INTELIGÊNCIA ARTIFICIAL </a:t>
            </a:r>
            <a:r>
              <a:rPr lang="pt-PT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pt-PT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AULA 1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73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52945" y="394570"/>
            <a:ext cx="6232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PRINCÍPIO DA INTELIGÊNCIA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052945" y="1194090"/>
            <a:ext cx="106957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geral, os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dicionários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língua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portuguesa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definem inteligência como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sendo a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“faculdade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aprender, compreender e adaptar-se" e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apresentam pelo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menos mais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três </a:t>
            </a:r>
            <a:r>
              <a:rPr lang="pt-PT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acepções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distintas para esse termo: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364672" y="2793830"/>
            <a:ext cx="100722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Teologica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“dom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divino que nos torna semelhantes ao Criador";</a:t>
            </a:r>
          </a:p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Filosófica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PT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princpio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abstrato que e a fonte de toda a intelectualidade";</a:t>
            </a:r>
          </a:p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Psicológica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“capacidade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resolver problemas novos com rapidez e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êxito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71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91840" y="625826"/>
            <a:ext cx="1079173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Russell &amp;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Norvig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PT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definições 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IA, encontradas na literatura </a:t>
            </a:r>
            <a:r>
              <a:rPr lang="pt-PT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ciêntifica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podem</a:t>
            </a:r>
          </a:p>
          <a:p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 agrupadas em quatro categorias principais: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798619" y="1789745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Tx/>
              <a:buChar char="-"/>
            </a:pP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sistemas que pensam como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humanos;</a:t>
            </a:r>
          </a:p>
          <a:p>
            <a:pPr marL="457200" indent="-457200">
              <a:buFontTx/>
              <a:buChar char="-"/>
            </a:pPr>
            <a:endParaRPr lang="pt-PT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sistemas que agem como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humanos;</a:t>
            </a:r>
          </a:p>
          <a:p>
            <a:pPr marL="457200" indent="-457200">
              <a:buFontTx/>
              <a:buChar char="-"/>
            </a:pPr>
            <a:endParaRPr lang="pt-PT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sistemas que </a:t>
            </a:r>
            <a:r>
              <a:rPr lang="pt-PT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pensam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logicamente;</a:t>
            </a:r>
          </a:p>
          <a:p>
            <a:pPr marL="457200" indent="-457200">
              <a:buFontTx/>
              <a:buChar char="-"/>
            </a:pPr>
            <a:endParaRPr lang="pt-PT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Tx/>
              <a:buChar char="-"/>
            </a:pPr>
            <a:endParaRPr lang="pt-P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sistemas que agem </a:t>
            </a:r>
            <a:r>
              <a:rPr lang="pt-PT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logicamente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39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233055" y="944619"/>
            <a:ext cx="83819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 </a:t>
            </a:r>
            <a:r>
              <a:rPr lang="pt-PT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Turing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(1950) </a:t>
            </a:r>
            <a:r>
              <a:rPr lang="pt-PT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propôs 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 teste capaz de determinar se uma </a:t>
            </a:r>
            <a:r>
              <a:rPr lang="pt-PT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maquina demonstra 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 </a:t>
            </a:r>
            <a:r>
              <a:rPr lang="pt-PT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não inteligência 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baseado no seguinte argumento: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233054" y="2357873"/>
            <a:ext cx="98921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Portanto, se uma maquina fosse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capaz de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PT" sz="2400" i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comportar </a:t>
            </a:r>
            <a:r>
              <a:rPr lang="pt-PT" sz="2400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tal forma que </a:t>
            </a:r>
            <a:r>
              <a:rPr lang="pt-PT" sz="2400" i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 pudéssemos </a:t>
            </a:r>
            <a:r>
              <a:rPr lang="pt-PT" sz="2400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distingui-la de um </a:t>
            </a:r>
            <a:r>
              <a:rPr lang="pt-PT" sz="2400" i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 humano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máquina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estaria demonstrando algum tipo de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que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nesse caso,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só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poderia ser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inteligência artificial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27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872836" y="598207"/>
            <a:ext cx="105710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passar no Teste de </a:t>
            </a:r>
            <a:r>
              <a:rPr lang="pt-PT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Turing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uma tarefa muito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difícil. Tal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</a:t>
            </a:r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precisaria ter 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pelo menos as seguintes capacidades: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472045" y="2164138"/>
            <a:ext cx="9372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 </a:t>
            </a:r>
            <a:r>
              <a:rPr lang="pt-PT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linguagem natural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 comunicar-se com o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usuário;</a:t>
            </a:r>
            <a:endParaRPr lang="pt-P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Representação </a:t>
            </a:r>
            <a:r>
              <a:rPr lang="pt-PT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conhecimento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 armazenar o que sabe ou aprende;</a:t>
            </a:r>
          </a:p>
          <a:p>
            <a:pPr algn="just"/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Raciocínio </a:t>
            </a:r>
            <a:r>
              <a:rPr lang="pt-PT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automatizado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 usar o conhecimento armazenado com a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naturalidade de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responder perguntas ou tirar novas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conclusões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Aprendizado </a:t>
            </a:r>
            <a:r>
              <a:rPr lang="pt-PT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pt-PT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máquina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 adaptar-se a novas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circunstâncias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detectar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 extrapolar padrões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fim de </a:t>
            </a:r>
            <a:r>
              <a:rPr lang="pt-PT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actualizar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seu conhecimento </a:t>
            </a:r>
            <a:r>
              <a:rPr lang="pt-PT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armazenado</a:t>
            </a: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2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011382" y="667480"/>
            <a:ext cx="71489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EXERCICIOS: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011382" y="1997515"/>
            <a:ext cx="99337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Porquê o ser humano é considerado inteligente?</a:t>
            </a:r>
          </a:p>
          <a:p>
            <a:endParaRPr lang="pt-PT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Existem animais inteligentes? Cite, Porquê?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51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FIM DA AULA 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4818609" y="3092643"/>
            <a:ext cx="2302627" cy="952884"/>
          </a:xfrm>
        </p:spPr>
        <p:txBody>
          <a:bodyPr>
            <a:noAutofit/>
          </a:bodyPr>
          <a:lstStyle/>
          <a:p>
            <a:r>
              <a:rPr lang="pt-PT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OBRIGADO!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001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iva">
  <a:themeElements>
    <a:clrScheme name="Retrospetiva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613</TotalTime>
  <Words>364</Words>
  <Application>Microsoft Office PowerPoint</Application>
  <PresentationFormat>Ecrã Panorâmico</PresentationFormat>
  <Paragraphs>32</Paragraphs>
  <Slides>7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 New Roman</vt:lpstr>
      <vt:lpstr>Retrospetiva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FIM DA AULA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WORKSTATION</dc:creator>
  <cp:lastModifiedBy>JORGE WORKSTATION</cp:lastModifiedBy>
  <cp:revision>29</cp:revision>
  <dcterms:created xsi:type="dcterms:W3CDTF">2026-03-23T22:33:39Z</dcterms:created>
  <dcterms:modified xsi:type="dcterms:W3CDTF">2026-03-24T09:53:27Z</dcterms:modified>
</cp:coreProperties>
</file>